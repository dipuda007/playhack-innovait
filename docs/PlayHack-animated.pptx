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0100" y="520000"/>
            <a:ext cx="10591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12A"/>
                </a:solidFill>
                <a:latin typeface="Inter"/>
              </a:rPr>
              <a:t>NOTHING IS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60000"/>
            <a:ext cx="10591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2201E"/>
                </a:solidFill>
                <a:latin typeface="Playfair Display"/>
              </a:rPr>
              <a:t>The same burst, fired twice at production</a:t>
            </a:r>
          </a:p>
        </p:txBody>
      </p:sp>
      <p:pic>
        <p:nvPicPr>
          <p:cNvPr id="5" name="Picture 4" descr="race-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714" y="1700000"/>
            <a:ext cx="6128571" cy="3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780000"/>
            <a:ext cx="10591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37C73"/>
                </a:solidFill>
                <a:latin typeface="Inter"/>
              </a:rPr>
              <a:t>Naive first — 50 confirmed, 1225 overlapping pairs. Then the identical burst at the constrained path: exactly one survives. Plays in slideshow 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0100" y="520000"/>
            <a:ext cx="10591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12A"/>
                </a:solidFill>
                <a:latin typeface="Inter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60000"/>
            <a:ext cx="10591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2201E"/>
                </a:solidFill>
                <a:latin typeface="Playfair Display"/>
              </a:rPr>
              <a:t>Every figure aggregates the bookings table itself</a:t>
            </a:r>
          </a:p>
        </p:txBody>
      </p:sp>
      <p:pic>
        <p:nvPicPr>
          <p:cNvPr id="5" name="Picture 4" descr="insights-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839" y="1700000"/>
            <a:ext cx="6290322" cy="3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780000"/>
            <a:ext cx="10591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37C73"/>
                </a:solidFill>
                <a:latin typeface="Inter"/>
              </a:rPr>
              <a:t>Demand by hour, utilisation by facility and hour, no-show rate, under-used prime slots. No reporting copy and no nightly export to drift out of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